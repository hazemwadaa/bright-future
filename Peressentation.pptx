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57" r:id="rId4"/>
    <p:sldId id="278" r:id="rId5"/>
    <p:sldId id="258" r:id="rId6"/>
    <p:sldId id="266" r:id="rId7"/>
    <p:sldId id="270" r:id="rId8"/>
    <p:sldId id="271" r:id="rId9"/>
    <p:sldId id="272" r:id="rId10"/>
    <p:sldId id="274" r:id="rId11"/>
    <p:sldId id="275" r:id="rId12"/>
    <p:sldId id="276" r:id="rId13"/>
    <p:sldId id="277" r:id="rId14"/>
    <p:sldId id="279" r:id="rId15"/>
    <p:sldId id="265" r:id="rId16"/>
  </p:sldIdLst>
  <p:sldSz cx="18288000" cy="10287000"/>
  <p:notesSz cx="6858000" cy="9144000"/>
  <p:embeddedFontLst>
    <p:embeddedFont>
      <p:font typeface="Anton" pitchFamily="2" charset="0"/>
      <p:regular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033" autoAdjust="0"/>
  </p:normalViewPr>
  <p:slideViewPr>
    <p:cSldViewPr>
      <p:cViewPr>
        <p:scale>
          <a:sx n="50" d="100"/>
          <a:sy n="50" d="100"/>
        </p:scale>
        <p:origin x="648" y="-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85214" y="1044316"/>
            <a:ext cx="9594897" cy="8458349"/>
            <a:chOff x="0" y="0"/>
            <a:chExt cx="922016" cy="812800"/>
          </a:xfrm>
        </p:grpSpPr>
        <p:sp>
          <p:nvSpPr>
            <p:cNvPr id="3" name="Freeform 3"/>
            <p:cNvSpPr/>
            <p:nvPr/>
          </p:nvSpPr>
          <p:spPr>
            <a:xfrm>
              <a:off x="36434" y="30488"/>
              <a:ext cx="849148" cy="751825"/>
            </a:xfrm>
            <a:custGeom>
              <a:avLst/>
              <a:gdLst/>
              <a:ahLst/>
              <a:cxnLst/>
              <a:rect l="l" t="t" r="r" b="b"/>
              <a:pathLst>
                <a:path w="849148" h="751825">
                  <a:moveTo>
                    <a:pt x="485101" y="22869"/>
                  </a:moveTo>
                  <a:lnTo>
                    <a:pt x="825055" y="322555"/>
                  </a:lnTo>
                  <a:cubicBezTo>
                    <a:pt x="840372" y="336058"/>
                    <a:pt x="849148" y="355492"/>
                    <a:pt x="849148" y="375912"/>
                  </a:cubicBezTo>
                  <a:cubicBezTo>
                    <a:pt x="849148" y="396332"/>
                    <a:pt x="840372" y="415766"/>
                    <a:pt x="825055" y="429269"/>
                  </a:cubicBezTo>
                  <a:lnTo>
                    <a:pt x="485101" y="728955"/>
                  </a:lnTo>
                  <a:cubicBezTo>
                    <a:pt x="450511" y="759448"/>
                    <a:pt x="398637" y="759448"/>
                    <a:pt x="364047" y="728955"/>
                  </a:cubicBezTo>
                  <a:lnTo>
                    <a:pt x="24093" y="429269"/>
                  </a:lnTo>
                  <a:cubicBezTo>
                    <a:pt x="8776" y="415766"/>
                    <a:pt x="0" y="396332"/>
                    <a:pt x="0" y="375912"/>
                  </a:cubicBezTo>
                  <a:cubicBezTo>
                    <a:pt x="0" y="355492"/>
                    <a:pt x="8776" y="336058"/>
                    <a:pt x="24093" y="322555"/>
                  </a:cubicBezTo>
                  <a:lnTo>
                    <a:pt x="364047" y="22869"/>
                  </a:lnTo>
                  <a:cubicBezTo>
                    <a:pt x="398637" y="-7624"/>
                    <a:pt x="450511" y="-7624"/>
                    <a:pt x="485101" y="22869"/>
                  </a:cubicBezTo>
                  <a:close/>
                </a:path>
              </a:pathLst>
            </a:custGeom>
            <a:solidFill>
              <a:srgbClr val="2E70A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3526" cy="609600"/>
            </a:xfrm>
            <a:custGeom>
              <a:avLst/>
              <a:gdLst/>
              <a:ahLst/>
              <a:cxnLst/>
              <a:rect l="l" t="t" r="r" b="b"/>
              <a:pathLst>
                <a:path w="2473526" h="609600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0" y="2494343"/>
            <a:ext cx="8534400" cy="5633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782"/>
              </a:lnSpc>
            </a:pPr>
            <a:r>
              <a:rPr lang="en-US" sz="1231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Automated License Plate </a:t>
            </a:r>
            <a:r>
              <a:rPr lang="en-US" sz="12319" dirty="0" err="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Recognitio</a:t>
            </a:r>
            <a:endParaRPr lang="en-US" sz="12319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737429" y="-27575"/>
            <a:ext cx="3122179" cy="2196878"/>
          </a:xfrm>
          <a:custGeom>
            <a:avLst/>
            <a:gdLst/>
            <a:ahLst/>
            <a:cxnLst/>
            <a:rect l="l" t="t" r="r" b="b"/>
            <a:pathLst>
              <a:path w="3122179" h="2196878">
                <a:moveTo>
                  <a:pt x="0" y="0"/>
                </a:moveTo>
                <a:lnTo>
                  <a:pt x="3122178" y="0"/>
                </a:lnTo>
                <a:lnTo>
                  <a:pt x="3122178" y="2196879"/>
                </a:lnTo>
                <a:lnTo>
                  <a:pt x="0" y="2196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6119381" y="8269773"/>
            <a:ext cx="2906048" cy="2044801"/>
          </a:xfrm>
          <a:custGeom>
            <a:avLst/>
            <a:gdLst/>
            <a:ahLst/>
            <a:cxnLst/>
            <a:rect l="l" t="t" r="r" b="b"/>
            <a:pathLst>
              <a:path w="2906048" h="2044801">
                <a:moveTo>
                  <a:pt x="2906048" y="0"/>
                </a:moveTo>
                <a:lnTo>
                  <a:pt x="0" y="0"/>
                </a:lnTo>
                <a:lnTo>
                  <a:pt x="0" y="2044802"/>
                </a:lnTo>
                <a:lnTo>
                  <a:pt x="2906048" y="2044802"/>
                </a:lnTo>
                <a:lnTo>
                  <a:pt x="29060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723490" y="8048169"/>
            <a:ext cx="1871253" cy="278987"/>
          </a:xfrm>
          <a:custGeom>
            <a:avLst/>
            <a:gdLst/>
            <a:ahLst/>
            <a:cxnLst/>
            <a:rect l="l" t="t" r="r" b="b"/>
            <a:pathLst>
              <a:path w="1871253" h="278987">
                <a:moveTo>
                  <a:pt x="0" y="0"/>
                </a:moveTo>
                <a:lnTo>
                  <a:pt x="1871253" y="0"/>
                </a:lnTo>
                <a:lnTo>
                  <a:pt x="1871253" y="278986"/>
                </a:lnTo>
                <a:lnTo>
                  <a:pt x="0" y="278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10723490" y="125511"/>
            <a:ext cx="18607005" cy="1472271"/>
          </a:xfrm>
          <a:custGeom>
            <a:avLst/>
            <a:gdLst/>
            <a:ahLst/>
            <a:cxnLst/>
            <a:rect l="l" t="t" r="r" b="b"/>
            <a:pathLst>
              <a:path w="18607005" h="1472271">
                <a:moveTo>
                  <a:pt x="18607004" y="0"/>
                </a:moveTo>
                <a:lnTo>
                  <a:pt x="0" y="0"/>
                </a:lnTo>
                <a:lnTo>
                  <a:pt x="0" y="1472272"/>
                </a:lnTo>
                <a:lnTo>
                  <a:pt x="18607004" y="1472272"/>
                </a:lnTo>
                <a:lnTo>
                  <a:pt x="186070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06CCD3-2C23-149E-ECDE-F40C4058C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91" y="2693156"/>
            <a:ext cx="4780823" cy="478082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87E39-1F77-B6D0-2E7F-DD1BD617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0D32D3-84B8-37E1-99FC-EB27E093B08A}"/>
              </a:ext>
            </a:extLst>
          </p:cNvPr>
          <p:cNvGrpSpPr/>
          <p:nvPr/>
        </p:nvGrpSpPr>
        <p:grpSpPr>
          <a:xfrm>
            <a:off x="-1385214" y="1044316"/>
            <a:ext cx="9594897" cy="8458349"/>
            <a:chOff x="0" y="0"/>
            <a:chExt cx="922016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75EF86-F0D7-864A-78FA-BCA8BA9A9D12}"/>
                </a:ext>
              </a:extLst>
            </p:cNvPr>
            <p:cNvSpPr/>
            <p:nvPr/>
          </p:nvSpPr>
          <p:spPr>
            <a:xfrm>
              <a:off x="36434" y="30488"/>
              <a:ext cx="849148" cy="751825"/>
            </a:xfrm>
            <a:custGeom>
              <a:avLst/>
              <a:gdLst/>
              <a:ahLst/>
              <a:cxnLst/>
              <a:rect l="l" t="t" r="r" b="b"/>
              <a:pathLst>
                <a:path w="849148" h="751825">
                  <a:moveTo>
                    <a:pt x="485101" y="22869"/>
                  </a:moveTo>
                  <a:lnTo>
                    <a:pt x="825055" y="322555"/>
                  </a:lnTo>
                  <a:cubicBezTo>
                    <a:pt x="840372" y="336058"/>
                    <a:pt x="849148" y="355492"/>
                    <a:pt x="849148" y="375912"/>
                  </a:cubicBezTo>
                  <a:cubicBezTo>
                    <a:pt x="849148" y="396332"/>
                    <a:pt x="840372" y="415766"/>
                    <a:pt x="825055" y="429269"/>
                  </a:cubicBezTo>
                  <a:lnTo>
                    <a:pt x="485101" y="728955"/>
                  </a:lnTo>
                  <a:cubicBezTo>
                    <a:pt x="450511" y="759448"/>
                    <a:pt x="398637" y="759448"/>
                    <a:pt x="364047" y="728955"/>
                  </a:cubicBezTo>
                  <a:lnTo>
                    <a:pt x="24093" y="429269"/>
                  </a:lnTo>
                  <a:cubicBezTo>
                    <a:pt x="8776" y="415766"/>
                    <a:pt x="0" y="396332"/>
                    <a:pt x="0" y="375912"/>
                  </a:cubicBezTo>
                  <a:cubicBezTo>
                    <a:pt x="0" y="355492"/>
                    <a:pt x="8776" y="336058"/>
                    <a:pt x="24093" y="322555"/>
                  </a:cubicBezTo>
                  <a:lnTo>
                    <a:pt x="364047" y="22869"/>
                  </a:lnTo>
                  <a:cubicBezTo>
                    <a:pt x="398637" y="-7624"/>
                    <a:pt x="450511" y="-7624"/>
                    <a:pt x="485101" y="22869"/>
                  </a:cubicBezTo>
                  <a:close/>
                </a:path>
              </a:pathLst>
            </a:custGeom>
            <a:solidFill>
              <a:srgbClr val="2E70A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D61D136-5ECE-2755-8AC3-CFF83F8BCD21}"/>
              </a:ext>
            </a:extLst>
          </p:cNvPr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DA846DD-732F-C89A-0CDF-894AE54B1236}"/>
                </a:ext>
              </a:extLst>
            </p:cNvPr>
            <p:cNvSpPr/>
            <p:nvPr/>
          </p:nvSpPr>
          <p:spPr>
            <a:xfrm>
              <a:off x="0" y="0"/>
              <a:ext cx="2473526" cy="609600"/>
            </a:xfrm>
            <a:custGeom>
              <a:avLst/>
              <a:gdLst/>
              <a:ahLst/>
              <a:cxnLst/>
              <a:rect l="l" t="t" r="r" b="b"/>
              <a:pathLst>
                <a:path w="2473526" h="609600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4475DA-6D9F-F6B6-8863-54992AC5DA2E}"/>
                </a:ext>
              </a:extLst>
            </p:cNvPr>
            <p:cNvSpPr txBox="1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1A30EBA7-F78C-F13E-9039-A19D63E5AE05}"/>
              </a:ext>
            </a:extLst>
          </p:cNvPr>
          <p:cNvSpPr txBox="1"/>
          <p:nvPr/>
        </p:nvSpPr>
        <p:spPr>
          <a:xfrm>
            <a:off x="8327543" y="2414344"/>
            <a:ext cx="8534400" cy="1837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78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31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Bright Future</a:t>
            </a:r>
            <a:endParaRPr kumimoji="0" lang="en-US" sz="1231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3EFF76A-B546-558E-8B12-910D51C3082E}"/>
              </a:ext>
            </a:extLst>
          </p:cNvPr>
          <p:cNvSpPr/>
          <p:nvPr/>
        </p:nvSpPr>
        <p:spPr>
          <a:xfrm>
            <a:off x="-737429" y="-27575"/>
            <a:ext cx="3122179" cy="2196878"/>
          </a:xfrm>
          <a:custGeom>
            <a:avLst/>
            <a:gdLst/>
            <a:ahLst/>
            <a:cxnLst/>
            <a:rect l="l" t="t" r="r" b="b"/>
            <a:pathLst>
              <a:path w="3122179" h="2196878">
                <a:moveTo>
                  <a:pt x="0" y="0"/>
                </a:moveTo>
                <a:lnTo>
                  <a:pt x="3122178" y="0"/>
                </a:lnTo>
                <a:lnTo>
                  <a:pt x="3122178" y="2196879"/>
                </a:lnTo>
                <a:lnTo>
                  <a:pt x="0" y="2196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FCCE480-197C-F391-7135-8F625DD3BCC5}"/>
              </a:ext>
            </a:extLst>
          </p:cNvPr>
          <p:cNvSpPr/>
          <p:nvPr/>
        </p:nvSpPr>
        <p:spPr>
          <a:xfrm flipH="1">
            <a:off x="16119381" y="8269773"/>
            <a:ext cx="2906048" cy="2044801"/>
          </a:xfrm>
          <a:custGeom>
            <a:avLst/>
            <a:gdLst/>
            <a:ahLst/>
            <a:cxnLst/>
            <a:rect l="l" t="t" r="r" b="b"/>
            <a:pathLst>
              <a:path w="2906048" h="2044801">
                <a:moveTo>
                  <a:pt x="2906048" y="0"/>
                </a:moveTo>
                <a:lnTo>
                  <a:pt x="0" y="0"/>
                </a:lnTo>
                <a:lnTo>
                  <a:pt x="0" y="2044802"/>
                </a:lnTo>
                <a:lnTo>
                  <a:pt x="2906048" y="2044802"/>
                </a:lnTo>
                <a:lnTo>
                  <a:pt x="29060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C0E4D84-A14B-8966-AA2F-C4B9ED008FC2}"/>
              </a:ext>
            </a:extLst>
          </p:cNvPr>
          <p:cNvSpPr/>
          <p:nvPr/>
        </p:nvSpPr>
        <p:spPr>
          <a:xfrm>
            <a:off x="10723490" y="8048169"/>
            <a:ext cx="1871253" cy="278987"/>
          </a:xfrm>
          <a:custGeom>
            <a:avLst/>
            <a:gdLst/>
            <a:ahLst/>
            <a:cxnLst/>
            <a:rect l="l" t="t" r="r" b="b"/>
            <a:pathLst>
              <a:path w="1871253" h="278987">
                <a:moveTo>
                  <a:pt x="0" y="0"/>
                </a:moveTo>
                <a:lnTo>
                  <a:pt x="1871253" y="0"/>
                </a:lnTo>
                <a:lnTo>
                  <a:pt x="1871253" y="278986"/>
                </a:lnTo>
                <a:lnTo>
                  <a:pt x="0" y="278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BAC7D54-CE61-6A12-FFB8-DE7B4032F431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6FA6683-77C4-5102-5000-33DA19735ED6}"/>
              </a:ext>
            </a:extLst>
          </p:cNvPr>
          <p:cNvSpPr/>
          <p:nvPr/>
        </p:nvSpPr>
        <p:spPr>
          <a:xfrm flipH="1">
            <a:off x="10723490" y="125511"/>
            <a:ext cx="18607005" cy="1472271"/>
          </a:xfrm>
          <a:custGeom>
            <a:avLst/>
            <a:gdLst/>
            <a:ahLst/>
            <a:cxnLst/>
            <a:rect l="l" t="t" r="r" b="b"/>
            <a:pathLst>
              <a:path w="18607005" h="1472271">
                <a:moveTo>
                  <a:pt x="18607004" y="0"/>
                </a:moveTo>
                <a:lnTo>
                  <a:pt x="0" y="0"/>
                </a:lnTo>
                <a:lnTo>
                  <a:pt x="0" y="1472272"/>
                </a:lnTo>
                <a:lnTo>
                  <a:pt x="18607004" y="1472272"/>
                </a:lnTo>
                <a:lnTo>
                  <a:pt x="186070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C8078D-C9DC-8DBF-DCCB-7A85A254E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753088"/>
            <a:ext cx="4780823" cy="478082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A2D64D-A797-0843-69F4-A8A71B8D1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624390"/>
              </p:ext>
            </p:extLst>
          </p:nvPr>
        </p:nvGraphicFramePr>
        <p:xfrm>
          <a:off x="9144000" y="4402871"/>
          <a:ext cx="6960141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0141">
                  <a:extLst>
                    <a:ext uri="{9D8B030D-6E8A-4147-A177-3AD203B41FA5}">
                      <a16:colId xmlns:a16="http://schemas.microsoft.com/office/drawing/2014/main" val="2074466795"/>
                    </a:ext>
                  </a:extLst>
                </a:gridCol>
              </a:tblGrid>
              <a:tr h="727096">
                <a:tc>
                  <a:txBody>
                    <a:bodyPr/>
                    <a:lstStyle/>
                    <a:p>
                      <a:r>
                        <a:rPr lang="en-US" sz="45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S.Mohamed</a:t>
                      </a:r>
                      <a:r>
                        <a:rPr lang="en-US" sz="45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45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Affy</a:t>
                      </a:r>
                      <a:endParaRPr lang="en-US" sz="45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943487"/>
                  </a:ext>
                </a:extLst>
              </a:tr>
              <a:tr h="727096">
                <a:tc>
                  <a:txBody>
                    <a:bodyPr/>
                    <a:lstStyle/>
                    <a:p>
                      <a:r>
                        <a:rPr lang="en-US" sz="45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S.Rashad</a:t>
                      </a:r>
                      <a:r>
                        <a:rPr lang="en-US" sz="45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Ramy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271376"/>
                  </a:ext>
                </a:extLst>
              </a:tr>
              <a:tr h="727096">
                <a:tc>
                  <a:txBody>
                    <a:bodyPr/>
                    <a:lstStyle/>
                    <a:p>
                      <a:r>
                        <a:rPr lang="en-US" sz="45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S.AL_Moatasem</a:t>
                      </a:r>
                      <a:r>
                        <a:rPr lang="en-US" sz="45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Mahmoud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252369"/>
                  </a:ext>
                </a:extLst>
              </a:tr>
              <a:tr h="727096">
                <a:tc>
                  <a:txBody>
                    <a:bodyPr/>
                    <a:lstStyle/>
                    <a:p>
                      <a:r>
                        <a:rPr lang="en-US" sz="45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S.Mohamed</a:t>
                      </a:r>
                      <a:r>
                        <a:rPr lang="en-US" sz="45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Mahmoud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198"/>
                  </a:ext>
                </a:extLst>
              </a:tr>
              <a:tr h="727096">
                <a:tc>
                  <a:txBody>
                    <a:bodyPr/>
                    <a:lstStyle/>
                    <a:p>
                      <a:r>
                        <a:rPr lang="en-US" sz="45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S.Mahmoud</a:t>
                      </a:r>
                      <a:r>
                        <a:rPr lang="en-US" sz="45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474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5223" y="1028700"/>
            <a:ext cx="9204587" cy="185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38"/>
              </a:lnSpc>
            </a:pPr>
            <a:r>
              <a:rPr lang="en-US" sz="121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6288425" y="4640492"/>
            <a:ext cx="3387847" cy="1006016"/>
          </a:xfrm>
          <a:custGeom>
            <a:avLst/>
            <a:gdLst/>
            <a:ahLst/>
            <a:cxnLst/>
            <a:rect l="l" t="t" r="r" b="b"/>
            <a:pathLst>
              <a:path w="3387847" h="1006016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874247" y="561002"/>
            <a:ext cx="8675124" cy="9164997"/>
            <a:chOff x="0" y="0"/>
            <a:chExt cx="769356" cy="812800"/>
          </a:xfrm>
        </p:grpSpPr>
        <p:sp>
          <p:nvSpPr>
            <p:cNvPr id="5" name="Freeform 5"/>
            <p:cNvSpPr/>
            <p:nvPr/>
          </p:nvSpPr>
          <p:spPr>
            <a:xfrm>
              <a:off x="35538" y="38409"/>
              <a:ext cx="698279" cy="735982"/>
            </a:xfrm>
            <a:custGeom>
              <a:avLst/>
              <a:gdLst/>
              <a:ahLst/>
              <a:cxnLst/>
              <a:rect l="l" t="t" r="r" b="b"/>
              <a:pathLst>
                <a:path w="698279" h="735982">
                  <a:moveTo>
                    <a:pt x="410488" y="26404"/>
                  </a:moveTo>
                  <a:lnTo>
                    <a:pt x="672469" y="303178"/>
                  </a:lnTo>
                  <a:cubicBezTo>
                    <a:pt x="706882" y="339535"/>
                    <a:pt x="706882" y="396447"/>
                    <a:pt x="672469" y="432804"/>
                  </a:cubicBezTo>
                  <a:lnTo>
                    <a:pt x="410488" y="709578"/>
                  </a:lnTo>
                  <a:cubicBezTo>
                    <a:pt x="394534" y="726433"/>
                    <a:pt x="372348" y="735982"/>
                    <a:pt x="349140" y="735982"/>
                  </a:cubicBezTo>
                  <a:cubicBezTo>
                    <a:pt x="325932" y="735982"/>
                    <a:pt x="303746" y="726433"/>
                    <a:pt x="287792" y="709578"/>
                  </a:cubicBezTo>
                  <a:lnTo>
                    <a:pt x="25810" y="432804"/>
                  </a:lnTo>
                  <a:cubicBezTo>
                    <a:pt x="-8603" y="396447"/>
                    <a:pt x="-8603" y="339535"/>
                    <a:pt x="25810" y="303178"/>
                  </a:cubicBezTo>
                  <a:lnTo>
                    <a:pt x="287792" y="26404"/>
                  </a:lnTo>
                  <a:cubicBezTo>
                    <a:pt x="303746" y="9549"/>
                    <a:pt x="325932" y="0"/>
                    <a:pt x="349140" y="0"/>
                  </a:cubicBezTo>
                  <a:cubicBezTo>
                    <a:pt x="372348" y="0"/>
                    <a:pt x="394534" y="9549"/>
                    <a:pt x="410488" y="26404"/>
                  </a:cubicBezTo>
                  <a:close/>
                </a:path>
              </a:pathLst>
            </a:custGeom>
            <a:blipFill>
              <a:blip r:embed="rId3"/>
              <a:stretch>
                <a:fillRect l="-27600" t="-5218" r="-27600" b="-5218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221304" y="0"/>
            <a:ext cx="3522090" cy="2478270"/>
          </a:xfrm>
          <a:custGeom>
            <a:avLst/>
            <a:gdLst/>
            <a:ahLst/>
            <a:cxnLst/>
            <a:rect l="l" t="t" r="r" b="b"/>
            <a:pathLst>
              <a:path w="3522090" h="2478270">
                <a:moveTo>
                  <a:pt x="3522090" y="0"/>
                </a:moveTo>
                <a:lnTo>
                  <a:pt x="0" y="0"/>
                </a:lnTo>
                <a:lnTo>
                  <a:pt x="0" y="2478270"/>
                </a:lnTo>
                <a:lnTo>
                  <a:pt x="3522090" y="2478270"/>
                </a:lnTo>
                <a:lnTo>
                  <a:pt x="352209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247393" y="8453487"/>
            <a:ext cx="1793214" cy="267352"/>
          </a:xfrm>
          <a:custGeom>
            <a:avLst/>
            <a:gdLst/>
            <a:ahLst/>
            <a:cxnLst/>
            <a:rect l="l" t="t" r="r" b="b"/>
            <a:pathLst>
              <a:path w="1793214" h="267352">
                <a:moveTo>
                  <a:pt x="0" y="0"/>
                </a:moveTo>
                <a:lnTo>
                  <a:pt x="1793214" y="0"/>
                </a:lnTo>
                <a:lnTo>
                  <a:pt x="1793214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45223" y="3588752"/>
            <a:ext cx="7423946" cy="3827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500" dirty="0">
                <a:solidFill>
                  <a:srgbClr val="FFFFFF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This project implements a secure vehicle entry system that automatically identifies</a:t>
            </a:r>
          </a:p>
          <a:p>
            <a:pPr algn="just">
              <a:lnSpc>
                <a:spcPts val="4340"/>
              </a:lnSpc>
            </a:pPr>
            <a:r>
              <a:rPr lang="en-US" sz="3500" dirty="0">
                <a:solidFill>
                  <a:srgbClr val="FFFFFF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license plate numbers from images or video streams. The system combines object detection for plate localization and Optical Character Recognition (OCR) for text extraction.</a:t>
            </a:r>
          </a:p>
        </p:txBody>
      </p:sp>
      <p:sp>
        <p:nvSpPr>
          <p:cNvPr id="9" name="Freeform 9"/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39697-0010-7238-6595-F716CB1D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74E8D90-61DD-022E-A824-BB7E6E6B6A4C}"/>
              </a:ext>
            </a:extLst>
          </p:cNvPr>
          <p:cNvSpPr txBox="1"/>
          <p:nvPr/>
        </p:nvSpPr>
        <p:spPr>
          <a:xfrm>
            <a:off x="1245223" y="1028700"/>
            <a:ext cx="9204587" cy="185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63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1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Goal OF Project</a:t>
            </a:r>
            <a:endParaRPr kumimoji="0" lang="en-US" sz="121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ED3A5B-BD6E-CD54-4E20-DDC3204BC840}"/>
              </a:ext>
            </a:extLst>
          </p:cNvPr>
          <p:cNvSpPr/>
          <p:nvPr/>
        </p:nvSpPr>
        <p:spPr>
          <a:xfrm>
            <a:off x="16288425" y="4640492"/>
            <a:ext cx="3387847" cy="1006016"/>
          </a:xfrm>
          <a:custGeom>
            <a:avLst/>
            <a:gdLst/>
            <a:ahLst/>
            <a:cxnLst/>
            <a:rect l="l" t="t" r="r" b="b"/>
            <a:pathLst>
              <a:path w="3387847" h="1006016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9C9F0EB-0BA3-F821-6EF1-BD55CAE805D3}"/>
              </a:ext>
            </a:extLst>
          </p:cNvPr>
          <p:cNvGrpSpPr/>
          <p:nvPr/>
        </p:nvGrpSpPr>
        <p:grpSpPr>
          <a:xfrm>
            <a:off x="8919464" y="454307"/>
            <a:ext cx="8675124" cy="9164997"/>
            <a:chOff x="0" y="0"/>
            <a:chExt cx="769356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AFD163-84E4-6208-3591-19C55149406F}"/>
                </a:ext>
              </a:extLst>
            </p:cNvPr>
            <p:cNvSpPr/>
            <p:nvPr/>
          </p:nvSpPr>
          <p:spPr>
            <a:xfrm>
              <a:off x="35538" y="38409"/>
              <a:ext cx="698279" cy="735982"/>
            </a:xfrm>
            <a:custGeom>
              <a:avLst/>
              <a:gdLst/>
              <a:ahLst/>
              <a:cxnLst/>
              <a:rect l="l" t="t" r="r" b="b"/>
              <a:pathLst>
                <a:path w="698279" h="735982">
                  <a:moveTo>
                    <a:pt x="410488" y="26404"/>
                  </a:moveTo>
                  <a:lnTo>
                    <a:pt x="672469" y="303178"/>
                  </a:lnTo>
                  <a:cubicBezTo>
                    <a:pt x="706882" y="339535"/>
                    <a:pt x="706882" y="396447"/>
                    <a:pt x="672469" y="432804"/>
                  </a:cubicBezTo>
                  <a:lnTo>
                    <a:pt x="410488" y="709578"/>
                  </a:lnTo>
                  <a:cubicBezTo>
                    <a:pt x="394534" y="726433"/>
                    <a:pt x="372348" y="735982"/>
                    <a:pt x="349140" y="735982"/>
                  </a:cubicBezTo>
                  <a:cubicBezTo>
                    <a:pt x="325932" y="735982"/>
                    <a:pt x="303746" y="726433"/>
                    <a:pt x="287792" y="709578"/>
                  </a:cubicBezTo>
                  <a:lnTo>
                    <a:pt x="25810" y="432804"/>
                  </a:lnTo>
                  <a:cubicBezTo>
                    <a:pt x="-8603" y="396447"/>
                    <a:pt x="-8603" y="339535"/>
                    <a:pt x="25810" y="303178"/>
                  </a:cubicBezTo>
                  <a:lnTo>
                    <a:pt x="287792" y="26404"/>
                  </a:lnTo>
                  <a:cubicBezTo>
                    <a:pt x="303746" y="9549"/>
                    <a:pt x="325932" y="0"/>
                    <a:pt x="349140" y="0"/>
                  </a:cubicBezTo>
                  <a:cubicBezTo>
                    <a:pt x="372348" y="0"/>
                    <a:pt x="394534" y="9549"/>
                    <a:pt x="410488" y="26404"/>
                  </a:cubicBezTo>
                  <a:close/>
                </a:path>
              </a:pathLst>
            </a:custGeom>
            <a:blipFill>
              <a:blip r:embed="rId3"/>
              <a:stretch>
                <a:fillRect l="-27600" t="-5218" r="-27600" b="-5218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1A5385C-9DF8-7AFE-E94A-B0332633E5F2}"/>
              </a:ext>
            </a:extLst>
          </p:cNvPr>
          <p:cNvSpPr/>
          <p:nvPr/>
        </p:nvSpPr>
        <p:spPr>
          <a:xfrm flipH="1">
            <a:off x="16221304" y="0"/>
            <a:ext cx="3522090" cy="2478270"/>
          </a:xfrm>
          <a:custGeom>
            <a:avLst/>
            <a:gdLst/>
            <a:ahLst/>
            <a:cxnLst/>
            <a:rect l="l" t="t" r="r" b="b"/>
            <a:pathLst>
              <a:path w="3522090" h="2478270">
                <a:moveTo>
                  <a:pt x="3522090" y="0"/>
                </a:moveTo>
                <a:lnTo>
                  <a:pt x="0" y="0"/>
                </a:lnTo>
                <a:lnTo>
                  <a:pt x="0" y="2478270"/>
                </a:lnTo>
                <a:lnTo>
                  <a:pt x="3522090" y="2478270"/>
                </a:lnTo>
                <a:lnTo>
                  <a:pt x="352209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DA8B99-61A1-9BEE-B829-0135A9BB86A6}"/>
              </a:ext>
            </a:extLst>
          </p:cNvPr>
          <p:cNvSpPr/>
          <p:nvPr/>
        </p:nvSpPr>
        <p:spPr>
          <a:xfrm>
            <a:off x="8247393" y="8453487"/>
            <a:ext cx="1793214" cy="267352"/>
          </a:xfrm>
          <a:custGeom>
            <a:avLst/>
            <a:gdLst/>
            <a:ahLst/>
            <a:cxnLst/>
            <a:rect l="l" t="t" r="r" b="b"/>
            <a:pathLst>
              <a:path w="1793214" h="267352">
                <a:moveTo>
                  <a:pt x="0" y="0"/>
                </a:moveTo>
                <a:lnTo>
                  <a:pt x="1793214" y="0"/>
                </a:lnTo>
                <a:lnTo>
                  <a:pt x="1793214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C8775FC-54EA-875E-EFA7-670C829CE32D}"/>
              </a:ext>
            </a:extLst>
          </p:cNvPr>
          <p:cNvSpPr txBox="1"/>
          <p:nvPr/>
        </p:nvSpPr>
        <p:spPr>
          <a:xfrm>
            <a:off x="1245223" y="3588752"/>
            <a:ext cx="7423946" cy="1621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4340"/>
              </a:lnSpc>
            </a:pPr>
            <a:r>
              <a:rPr lang="en-US" sz="3500" dirty="0">
                <a:solidFill>
                  <a:srgbClr val="FFFFFF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Vehicles not authorized to enter a certain area, or vehicles that are stolen, are prohibited from entering.</a:t>
            </a: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F41C934-CF69-6DEF-1A2F-35BCE6514627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862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System Components</a:t>
            </a:r>
          </a:p>
        </p:txBody>
      </p:sp>
      <p:sp>
        <p:nvSpPr>
          <p:cNvPr id="9" name="Freeform 9"/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EB5ED2-3D0D-8FF5-69C7-1BB04B9A77C0}"/>
              </a:ext>
            </a:extLst>
          </p:cNvPr>
          <p:cNvSpPr/>
          <p:nvPr/>
        </p:nvSpPr>
        <p:spPr>
          <a:xfrm>
            <a:off x="228600" y="3695699"/>
            <a:ext cx="3733800" cy="18109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Plate</a:t>
            </a:r>
          </a:p>
          <a:p>
            <a:pPr algn="ctr"/>
            <a:r>
              <a:rPr lang="en-US" sz="3500" dirty="0"/>
              <a:t>Localization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C3774-80CC-99EE-BB5D-4B867785B3FC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3962400" y="4601179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BC0365A-8539-F5A6-406E-1C4ED2D44593}"/>
              </a:ext>
            </a:extLst>
          </p:cNvPr>
          <p:cNvSpPr/>
          <p:nvPr/>
        </p:nvSpPr>
        <p:spPr>
          <a:xfrm>
            <a:off x="4572000" y="3695699"/>
            <a:ext cx="3733800" cy="18109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OCR Module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4E32D1-8BC5-C61A-4EA5-183E950F15B5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8305800" y="4601179"/>
            <a:ext cx="816080" cy="1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12B3DBC-D4C7-0F08-2403-B5E07E159138}"/>
              </a:ext>
            </a:extLst>
          </p:cNvPr>
          <p:cNvSpPr/>
          <p:nvPr/>
        </p:nvSpPr>
        <p:spPr>
          <a:xfrm>
            <a:off x="9121880" y="3714345"/>
            <a:ext cx="3733800" cy="18109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Gate Logic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8748CB-15C4-453C-46EA-EF2DA3757327}"/>
              </a:ext>
            </a:extLst>
          </p:cNvPr>
          <p:cNvCxnSpPr>
            <a:cxnSpLocks/>
            <a:stCxn id="19" idx="6"/>
            <a:endCxn id="27" idx="2"/>
          </p:cNvCxnSpPr>
          <p:nvPr/>
        </p:nvCxnSpPr>
        <p:spPr>
          <a:xfrm flipV="1">
            <a:off x="12855680" y="4601179"/>
            <a:ext cx="936520" cy="1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F12CD95-D772-A968-7510-228FE6287317}"/>
              </a:ext>
            </a:extLst>
          </p:cNvPr>
          <p:cNvSpPr/>
          <p:nvPr/>
        </p:nvSpPr>
        <p:spPr>
          <a:xfrm>
            <a:off x="13792200" y="3695699"/>
            <a:ext cx="3733800" cy="18109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Logging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8A1CC92B-FD5D-05FA-130E-07D643C70866}"/>
              </a:ext>
            </a:extLst>
          </p:cNvPr>
          <p:cNvSpPr/>
          <p:nvPr/>
        </p:nvSpPr>
        <p:spPr>
          <a:xfrm rot="5400000">
            <a:off x="-12427629" y="7637901"/>
            <a:ext cx="12167957" cy="1474469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4BEE66C-C18E-2C3A-2543-05453C528546}"/>
              </a:ext>
            </a:extLst>
          </p:cNvPr>
          <p:cNvCxnSpPr>
            <a:cxnSpLocks/>
            <a:stCxn id="30" idx="2"/>
            <a:endCxn id="30" idx="6"/>
          </p:cNvCxnSpPr>
          <p:nvPr/>
        </p:nvCxnSpPr>
        <p:spPr>
          <a:xfrm>
            <a:off x="-6343651" y="8926272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425ED0-8BCC-0D02-327F-ECE824F80139}"/>
              </a:ext>
            </a:extLst>
          </p:cNvPr>
          <p:cNvCxnSpPr>
            <a:cxnSpLocks/>
            <a:stCxn id="30" idx="4"/>
            <a:endCxn id="30" idx="0"/>
          </p:cNvCxnSpPr>
          <p:nvPr/>
        </p:nvCxnSpPr>
        <p:spPr>
          <a:xfrm>
            <a:off x="-13716000" y="15010251"/>
            <a:ext cx="14744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42E9EF11-A04B-2248-3C4B-7D443041BA12}"/>
              </a:ext>
            </a:extLst>
          </p:cNvPr>
          <p:cNvSpPr/>
          <p:nvPr/>
        </p:nvSpPr>
        <p:spPr>
          <a:xfrm rot="5400000">
            <a:off x="17977568" y="7207929"/>
            <a:ext cx="12167957" cy="1474469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754467-4C22-7585-5AAF-5FFE0A5E5B22}"/>
              </a:ext>
            </a:extLst>
          </p:cNvPr>
          <p:cNvCxnSpPr>
            <a:cxnSpLocks/>
            <a:stCxn id="33" idx="2"/>
            <a:endCxn id="33" idx="6"/>
          </p:cNvCxnSpPr>
          <p:nvPr/>
        </p:nvCxnSpPr>
        <p:spPr>
          <a:xfrm>
            <a:off x="24061546" y="84963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05B0E2-3313-EE13-1E8D-D12C9CCDEBAD}"/>
              </a:ext>
            </a:extLst>
          </p:cNvPr>
          <p:cNvCxnSpPr>
            <a:cxnSpLocks/>
            <a:stCxn id="33" idx="4"/>
            <a:endCxn id="33" idx="0"/>
          </p:cNvCxnSpPr>
          <p:nvPr/>
        </p:nvCxnSpPr>
        <p:spPr>
          <a:xfrm>
            <a:off x="16689197" y="14580279"/>
            <a:ext cx="14744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00EB2-AECF-46D2-76C6-752D54F2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7F5DBAD-CB3B-FCFA-3E5E-43917A6EAB19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B3445CC-D657-1FEC-B633-03177A327208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614C0AC-B6A1-95F2-7B30-0A42D630230E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System Components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A8C97A7-552D-AF07-7913-BD083047501F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4A1713B-BC52-761C-7080-7357FD62636F}"/>
              </a:ext>
            </a:extLst>
          </p:cNvPr>
          <p:cNvSpPr/>
          <p:nvPr/>
        </p:nvSpPr>
        <p:spPr>
          <a:xfrm>
            <a:off x="6477000" y="207847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Plate</a:t>
            </a:r>
          </a:p>
          <a:p>
            <a:pPr algn="ctr"/>
            <a:r>
              <a:rPr lang="en-US" sz="4500" dirty="0"/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3ECC27F-3D1B-CD56-DAC7-9C595A95930D}"/>
              </a:ext>
            </a:extLst>
          </p:cNvPr>
          <p:cNvSpPr/>
          <p:nvPr/>
        </p:nvSpPr>
        <p:spPr>
          <a:xfrm>
            <a:off x="18940151" y="2078476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OCR Module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C6D2BA0-2D3A-4BB3-9359-7F00C92E70A5}"/>
              </a:ext>
            </a:extLst>
          </p:cNvPr>
          <p:cNvCxnSpPr>
            <a:cxnSpLocks/>
            <a:stCxn id="94" idx="6"/>
            <a:endCxn id="96" idx="2"/>
          </p:cNvCxnSpPr>
          <p:nvPr/>
        </p:nvCxnSpPr>
        <p:spPr>
          <a:xfrm>
            <a:off x="24274150" y="3259833"/>
            <a:ext cx="1005241" cy="1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582DC126-3B02-28E9-5605-8B82ADD15A7C}"/>
              </a:ext>
            </a:extLst>
          </p:cNvPr>
          <p:cNvSpPr/>
          <p:nvPr/>
        </p:nvSpPr>
        <p:spPr>
          <a:xfrm>
            <a:off x="25279391" y="2097122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Gate Logic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867EFC3-517A-8768-113B-946DFB31F740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 flipV="1">
            <a:off x="30613390" y="3259833"/>
            <a:ext cx="1162011" cy="1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5A8C4EEA-F95D-8CEF-055E-DF65440B41E6}"/>
              </a:ext>
            </a:extLst>
          </p:cNvPr>
          <p:cNvSpPr/>
          <p:nvPr/>
        </p:nvSpPr>
        <p:spPr>
          <a:xfrm>
            <a:off x="31775401" y="2078476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500" dirty="0"/>
              <a:t>Logging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E6962DE-2F7D-9B25-A82E-28B654219067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389C7BB-8B0C-F5F5-83B3-21F2F7F23FE5}"/>
              </a:ext>
            </a:extLst>
          </p:cNvPr>
          <p:cNvCxnSpPr>
            <a:cxnSpLocks/>
          </p:cNvCxnSpPr>
          <p:nvPr/>
        </p:nvCxnSpPr>
        <p:spPr>
          <a:xfrm flipH="1">
            <a:off x="12216516" y="10846478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A5B54EB-4F11-D1CB-3B94-DD9688D9379F}"/>
              </a:ext>
            </a:extLst>
          </p:cNvPr>
          <p:cNvCxnSpPr>
            <a:cxnSpLocks/>
          </p:cNvCxnSpPr>
          <p:nvPr/>
        </p:nvCxnSpPr>
        <p:spPr>
          <a:xfrm>
            <a:off x="18300494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F0A8E45-B49E-D103-1AB2-3895A2CD3BF9}"/>
              </a:ext>
            </a:extLst>
          </p:cNvPr>
          <p:cNvCxnSpPr>
            <a:cxnSpLocks/>
          </p:cNvCxnSpPr>
          <p:nvPr/>
        </p:nvCxnSpPr>
        <p:spPr>
          <a:xfrm>
            <a:off x="-6096471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205F1AB5-0A29-C4D7-5DA9-78E5919874F7}"/>
              </a:ext>
            </a:extLst>
          </p:cNvPr>
          <p:cNvSpPr/>
          <p:nvPr/>
        </p:nvSpPr>
        <p:spPr>
          <a:xfrm rot="16200000">
            <a:off x="-6096471" y="4762500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D6AA41F-E27A-9730-D013-A99AE72FECEC}"/>
              </a:ext>
            </a:extLst>
          </p:cNvPr>
          <p:cNvCxnSpPr>
            <a:cxnSpLocks/>
            <a:stCxn id="114" idx="2"/>
            <a:endCxn id="114" idx="6"/>
          </p:cNvCxnSpPr>
          <p:nvPr/>
        </p:nvCxnSpPr>
        <p:spPr>
          <a:xfrm flipV="1">
            <a:off x="-12492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0300282-DE1B-33F8-EE4F-CEA3C19F27C6}"/>
              </a:ext>
            </a:extLst>
          </p:cNvPr>
          <p:cNvCxnSpPr>
            <a:cxnSpLocks/>
            <a:stCxn id="114" idx="4"/>
            <a:endCxn id="114" idx="0"/>
          </p:cNvCxnSpPr>
          <p:nvPr/>
        </p:nvCxnSpPr>
        <p:spPr>
          <a:xfrm flipH="1">
            <a:off x="-6096471" y="10846478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8B2E8A16-7899-E44B-4FAB-028FA0706420}"/>
              </a:ext>
            </a:extLst>
          </p:cNvPr>
          <p:cNvSpPr txBox="1"/>
          <p:nvPr/>
        </p:nvSpPr>
        <p:spPr>
          <a:xfrm>
            <a:off x="14472511" y="8216144"/>
            <a:ext cx="21613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5757C12-1265-C7C5-7AC2-CB08E1EC0284}"/>
              </a:ext>
            </a:extLst>
          </p:cNvPr>
          <p:cNvSpPr txBox="1"/>
          <p:nvPr/>
        </p:nvSpPr>
        <p:spPr>
          <a:xfrm>
            <a:off x="86829" y="6073314"/>
            <a:ext cx="38343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 state-of-the-art object detection model trained on the provided dataset to locate license plates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6EA937B1-7AC8-5897-76B8-BA634C286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3" y="4862773"/>
            <a:ext cx="5592338" cy="24349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61263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E55C4-D335-7A40-59B3-7EB7CDC3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B331AED-5E0A-85A3-06FF-0329AD53BA96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D3B218E-BC77-A5BA-CD9E-1AF78ACC0E9D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63B029-7471-0319-E8ED-8F2DD952BB62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System Components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3AE19EC-FB6D-5EA3-5E9A-6939D56F265B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2D76F75F-8ACD-9C5B-69AB-9D0D177D9E48}"/>
              </a:ext>
            </a:extLst>
          </p:cNvPr>
          <p:cNvSpPr/>
          <p:nvPr/>
        </p:nvSpPr>
        <p:spPr>
          <a:xfrm rot="16200000">
            <a:off x="-6051322" y="4680467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2098952-E2E4-D3D8-CBFA-DA04DA834149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 flipV="1">
            <a:off x="32657" y="4680467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579F4B-6E6C-A216-9AC8-0AC31AB0C47E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H="1">
            <a:off x="-6051322" y="10764445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56A3727-A902-C615-3607-302FABBF0750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D68CE2B-66E0-9D6B-6BFC-85191EFECEBF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D9C2182-93C0-41DB-737D-BB7B5F2F2A19}"/>
              </a:ext>
            </a:extLst>
          </p:cNvPr>
          <p:cNvSpPr/>
          <p:nvPr/>
        </p:nvSpPr>
        <p:spPr>
          <a:xfrm>
            <a:off x="-6805690" y="2036729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00D8D7B-CF57-0B8C-0AAA-7455307A7F1C}"/>
              </a:ext>
            </a:extLst>
          </p:cNvPr>
          <p:cNvSpPr/>
          <p:nvPr/>
        </p:nvSpPr>
        <p:spPr>
          <a:xfrm>
            <a:off x="6477000" y="211345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5C0FBF9-5CB2-25EB-95E2-2A882C056630}"/>
              </a:ext>
            </a:extLst>
          </p:cNvPr>
          <p:cNvSpPr/>
          <p:nvPr/>
        </p:nvSpPr>
        <p:spPr>
          <a:xfrm>
            <a:off x="25279391" y="2097122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E1C8583-FBAB-C8D7-9975-3388B40A7B5D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 flipV="1">
            <a:off x="30613390" y="3259833"/>
            <a:ext cx="1162011" cy="18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65BFE672-5745-9EAA-28BC-BD4152AC8C6B}"/>
              </a:ext>
            </a:extLst>
          </p:cNvPr>
          <p:cNvSpPr/>
          <p:nvPr/>
        </p:nvSpPr>
        <p:spPr>
          <a:xfrm>
            <a:off x="31775401" y="2078476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Logging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428509A-990A-1B85-D614-ED4DA39C00A5}"/>
              </a:ext>
            </a:extLst>
          </p:cNvPr>
          <p:cNvCxnSpPr>
            <a:cxnSpLocks/>
          </p:cNvCxnSpPr>
          <p:nvPr/>
        </p:nvCxnSpPr>
        <p:spPr>
          <a:xfrm>
            <a:off x="18300494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09CAC3-12B5-64A7-3416-334D289C8357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DB131F5-8215-891A-9586-771F9A77C963}"/>
              </a:ext>
            </a:extLst>
          </p:cNvPr>
          <p:cNvSpPr txBox="1"/>
          <p:nvPr/>
        </p:nvSpPr>
        <p:spPr>
          <a:xfrm>
            <a:off x="385603" y="6479498"/>
            <a:ext cx="431074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Converts cropped license plate images into alphanumeric text strings.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49EAB86-DE7B-762F-4A65-DAD49BD54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6359" y="4120879"/>
            <a:ext cx="5743005" cy="42905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74157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B0857-9F9D-61CF-3A38-8A1B5DE4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F1E356D-E6B5-3187-768D-CCC99E8F04C6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919998F-36E9-9D41-FCE4-3F0AEAB5E2C4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B220460-AE4F-B207-8A90-EBB914AF3AC3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System Components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2E78DA9-8202-A16B-7825-2435DB3D929D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1CB40F64-B41B-F596-87C5-8E9CEB15DE0B}"/>
              </a:ext>
            </a:extLst>
          </p:cNvPr>
          <p:cNvSpPr/>
          <p:nvPr/>
        </p:nvSpPr>
        <p:spPr>
          <a:xfrm rot="16200000">
            <a:off x="-6051322" y="4680467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9A9374-54BA-A1EC-06E5-896A6C48B154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 flipV="1">
            <a:off x="32657" y="4680467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9EF8CE6-6FAA-CF31-2DC8-ABADEBC3DA25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H="1">
            <a:off x="-6051322" y="10764445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0CD300F-3C39-8200-DCE1-6E635A733B22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21ED384-E09F-27F7-EEB6-0434C934EA95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3B3DADE8-20F6-EBB2-48CA-483771C1B0C8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F495FFDB-654B-F477-3704-D905B510486D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5326E27-CAF5-7F52-1D12-E315A3452EED}"/>
              </a:ext>
            </a:extLst>
          </p:cNvPr>
          <p:cNvSpPr/>
          <p:nvPr/>
        </p:nvSpPr>
        <p:spPr>
          <a:xfrm>
            <a:off x="6453524" y="2171700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9E1127-F1AA-07B7-0258-5328F8E680B4}"/>
              </a:ext>
            </a:extLst>
          </p:cNvPr>
          <p:cNvCxnSpPr>
            <a:cxnSpLocks/>
          </p:cNvCxnSpPr>
          <p:nvPr/>
        </p:nvCxnSpPr>
        <p:spPr>
          <a:xfrm>
            <a:off x="18300494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0C43CF-EAD5-06E8-B2CD-01F524CF7282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20E31BC-4F3E-9083-87F1-44E8CCBFD6A7}"/>
              </a:ext>
            </a:extLst>
          </p:cNvPr>
          <p:cNvSpPr/>
          <p:nvPr/>
        </p:nvSpPr>
        <p:spPr>
          <a:xfrm>
            <a:off x="31775401" y="2078476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0BC621-4809-A551-98F4-DF8B7E152D2C}"/>
              </a:ext>
            </a:extLst>
          </p:cNvPr>
          <p:cNvSpPr txBox="1"/>
          <p:nvPr/>
        </p:nvSpPr>
        <p:spPr>
          <a:xfrm>
            <a:off x="228600" y="5927762"/>
            <a:ext cx="415995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Implements a whitelist-based authorization system to simulate gate operations.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99E5626-57A7-75CC-FC56-5465014F8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680466"/>
            <a:ext cx="8859486" cy="383911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2631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FC59F-DC38-C8D9-F5F1-1405072B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E83AB068-57CF-A1D0-9B7E-5ADAF8E60EDC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95E66FB-3C9D-15BD-EDD2-5E881972C9BE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489580-5E2F-D546-93CC-DC872A64A50A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System Components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223BC6C-2AF7-EA62-9ACD-349629936034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CD9DEC47-4C7F-7C2D-5E81-09FB72F43F8F}"/>
              </a:ext>
            </a:extLst>
          </p:cNvPr>
          <p:cNvSpPr/>
          <p:nvPr/>
        </p:nvSpPr>
        <p:spPr>
          <a:xfrm>
            <a:off x="-6051322" y="4680467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F238F2E-438C-2D05-7328-634590DCCD51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>
            <a:off x="-6051322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20635CB-CF20-F541-024E-1F2125ADF8D1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V="1">
            <a:off x="32657" y="4680467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BA7615B-2BEF-3E07-D709-D5EBFDBB41AA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1E3CC6E-2505-CC2D-302B-8F44A630AAC2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8D75F9E5-EF30-75AF-DF22-4E815D52CE37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5DCD3CB-C910-C2FB-6410-E45BABF847EA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556A1BF-9520-A0D4-9B8C-A017D162128A}"/>
              </a:ext>
            </a:extLst>
          </p:cNvPr>
          <p:cNvSpPr/>
          <p:nvPr/>
        </p:nvSpPr>
        <p:spPr>
          <a:xfrm>
            <a:off x="-12839876" y="162403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0A2FCC-1BF9-35CE-348B-5E0973C27CCD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F5FCE7-60D5-65FF-8B4D-44EF77133DE4}"/>
              </a:ext>
            </a:extLst>
          </p:cNvPr>
          <p:cNvCxnSpPr>
            <a:cxnSpLocks/>
          </p:cNvCxnSpPr>
          <p:nvPr/>
        </p:nvCxnSpPr>
        <p:spPr>
          <a:xfrm flipV="1">
            <a:off x="18300495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75D4355-D833-5454-751B-F879511F75C5}"/>
              </a:ext>
            </a:extLst>
          </p:cNvPr>
          <p:cNvSpPr/>
          <p:nvPr/>
        </p:nvSpPr>
        <p:spPr>
          <a:xfrm>
            <a:off x="6477000" y="2189866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Logging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EEA78-8568-E5C8-DA6A-4A12DC720815}"/>
              </a:ext>
            </a:extLst>
          </p:cNvPr>
          <p:cNvSpPr txBox="1"/>
          <p:nvPr/>
        </p:nvSpPr>
        <p:spPr>
          <a:xfrm>
            <a:off x="268330" y="6703755"/>
            <a:ext cx="5082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Maintains a vehicle_entry_log.csv for all processed vehicles.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7ACB30-CA96-5C5B-87FA-114D38E0E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093" y="4869936"/>
            <a:ext cx="12136544" cy="366763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0332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2B633-7620-52F7-54E1-386B45E1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BBE86607-C419-F670-3199-99C6595ADDDF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17C9FA5-834A-06AB-971A-823968ACC065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199256D-4509-12CB-30B3-8931926B1050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INTERFACE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A8D8D76-991A-EA27-F085-FC4F884A549C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A699B602-0D60-167C-42A6-88AC5D97F3DE}"/>
              </a:ext>
            </a:extLst>
          </p:cNvPr>
          <p:cNvSpPr/>
          <p:nvPr/>
        </p:nvSpPr>
        <p:spPr>
          <a:xfrm>
            <a:off x="17602200" y="8420100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8861FC2-9686-2EEF-EC7B-AD0AA3CEB02D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>
            <a:off x="17602200" y="145040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EEE530F-6C9C-4C90-577D-1B5F078C28AB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V="1">
            <a:off x="23686179" y="84201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99907CB-C61C-6DEE-8D81-3E8E750E72FB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4829E71-04ED-5FCA-40B7-D956907853C6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8F15548-1EEB-DE55-4F7E-688EC8ED512E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AB3D211-33C2-5E32-8780-203D69826A39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FED030C-D141-3A38-69FF-6CE90D565AD7}"/>
              </a:ext>
            </a:extLst>
          </p:cNvPr>
          <p:cNvSpPr/>
          <p:nvPr/>
        </p:nvSpPr>
        <p:spPr>
          <a:xfrm>
            <a:off x="-12839876" y="162403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52FD75-7A34-2BDF-5E5E-80906F96F3F8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9C86D0-D2BC-579A-3E6E-C2E2B2332299}"/>
              </a:ext>
            </a:extLst>
          </p:cNvPr>
          <p:cNvCxnSpPr>
            <a:cxnSpLocks/>
          </p:cNvCxnSpPr>
          <p:nvPr/>
        </p:nvCxnSpPr>
        <p:spPr>
          <a:xfrm flipV="1">
            <a:off x="18300495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942FE9B-8A7C-4BB6-61B0-65C443A2A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93541" y="2078475"/>
            <a:ext cx="18494035" cy="864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18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B2E08-57C1-5B59-5D27-92F72C62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7448A36A-C6B0-A5FC-C157-5007EE1C2B89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26260DA-8D23-AA0C-7564-695BAD6B655D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4321659-DEF9-F505-E243-17983EBD2D1A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INTERFACE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8F4D514-CDFA-05AC-4A1F-0DFA887B2C0C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D2FF597-6E31-7EEC-8E05-E5DC62ADB04B}"/>
              </a:ext>
            </a:extLst>
          </p:cNvPr>
          <p:cNvSpPr/>
          <p:nvPr/>
        </p:nvSpPr>
        <p:spPr>
          <a:xfrm>
            <a:off x="17602200" y="8420100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2702912-339D-94AC-054F-28663E1E7D5B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>
            <a:off x="17602200" y="145040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DAB4DDA-3C2E-C0DA-E46D-0ECE94D0A553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V="1">
            <a:off x="23686179" y="84201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A72B733-85AA-B35B-3041-ACB3B8488E71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A013B8D-F0BB-CA2C-0812-63E2ED0F6535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9B148A45-763C-D2D6-F39A-40FC4A6D000F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0D223B8-57E0-B242-F996-2443EE8C8A71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188F68B-9F9D-5EA6-A45D-DF994F52AAF5}"/>
              </a:ext>
            </a:extLst>
          </p:cNvPr>
          <p:cNvSpPr/>
          <p:nvPr/>
        </p:nvSpPr>
        <p:spPr>
          <a:xfrm>
            <a:off x="-12839876" y="162403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78F969-6DF2-9882-F684-CD1D67CBCDB8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31A27E-89EC-97FD-808A-35EA049F2528}"/>
              </a:ext>
            </a:extLst>
          </p:cNvPr>
          <p:cNvCxnSpPr>
            <a:cxnSpLocks/>
          </p:cNvCxnSpPr>
          <p:nvPr/>
        </p:nvCxnSpPr>
        <p:spPr>
          <a:xfrm flipV="1">
            <a:off x="18300495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0852C41-091D-7D24-C101-6F532B6CAF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6901"/>
            <a:ext cx="18272760" cy="881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73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3EEC4-CFCF-4530-7E10-E673F338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B27880E-ED43-A00B-D570-E09591295DA3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4CB56CB-6D6F-4F66-826F-0647428E4242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FFF6E0-B8CE-7187-70B8-7DE7CD9886B3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INTERFACE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D3E8FB6-FFCE-3A9B-B533-B9E172E7C18C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830EE1D-6B21-25AA-D02E-795369CD0192}"/>
              </a:ext>
            </a:extLst>
          </p:cNvPr>
          <p:cNvSpPr/>
          <p:nvPr/>
        </p:nvSpPr>
        <p:spPr>
          <a:xfrm>
            <a:off x="17602200" y="8420100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A66AB1-5299-CD12-90BF-968C8BB0B52F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>
            <a:off x="17602200" y="145040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E032BC-D013-C5E5-E4B4-C097710D450F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V="1">
            <a:off x="23686179" y="84201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70BBE36-78F6-95D7-E07E-4DA7874F509B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38C8811-3919-5F6C-571F-CD875D1D801D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2B07CD4D-464A-471C-4051-281481A04DDD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430D59C-58F6-0BAF-B2DC-92544FC61224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E562B86-0B69-D6C0-8769-3107C02A87F3}"/>
              </a:ext>
            </a:extLst>
          </p:cNvPr>
          <p:cNvSpPr/>
          <p:nvPr/>
        </p:nvSpPr>
        <p:spPr>
          <a:xfrm>
            <a:off x="-12839876" y="162403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74D69D-FEAB-45B1-DB03-4A59BA1A964D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00610AF-41AB-5E5A-1E8E-9EDCFD7848EF}"/>
              </a:ext>
            </a:extLst>
          </p:cNvPr>
          <p:cNvCxnSpPr>
            <a:cxnSpLocks/>
          </p:cNvCxnSpPr>
          <p:nvPr/>
        </p:nvCxnSpPr>
        <p:spPr>
          <a:xfrm flipV="1">
            <a:off x="18300495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BBC18D-9F94-CD76-A052-50EEEF2C9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6901"/>
            <a:ext cx="18272760" cy="881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88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B5DB4-9A55-D24A-E090-EF341279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B598824-64FB-F4F9-84D8-383889374E6A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0E7A05F-BE74-64F4-527C-0F7439AED69A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D3BB0FC-CC53-6E82-DD5E-DAA0D63D6072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INTERFACE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4CDE1C1-21B1-D4E5-1D06-EA11E4086D35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34F82922-9DD4-853B-46D7-6F8CE3E3FE81}"/>
              </a:ext>
            </a:extLst>
          </p:cNvPr>
          <p:cNvSpPr/>
          <p:nvPr/>
        </p:nvSpPr>
        <p:spPr>
          <a:xfrm>
            <a:off x="17602200" y="8420100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DAB873A-510C-3940-3660-9985DE702FCC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>
            <a:off x="17602200" y="145040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BA58A1E-7084-1370-CD75-1EBE39688C72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V="1">
            <a:off x="23686179" y="84201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91A229D-1B7C-9085-B407-F2B93B4CF129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08C52C9-6512-D7A7-24D3-3AF83A65546F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B45C8BB1-48C7-3C1C-9593-EFA9E7EA8EB8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E72584D-383F-2B55-D517-81AF79AE0799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0BB9768-AC06-10C9-833C-00CFD277392E}"/>
              </a:ext>
            </a:extLst>
          </p:cNvPr>
          <p:cNvSpPr/>
          <p:nvPr/>
        </p:nvSpPr>
        <p:spPr>
          <a:xfrm>
            <a:off x="-12839876" y="162403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03C34A-E6B0-8AE2-85B3-D10424C1BD2C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C594E6-7F0A-38A3-ACD8-5F2D06094EBE}"/>
              </a:ext>
            </a:extLst>
          </p:cNvPr>
          <p:cNvCxnSpPr>
            <a:cxnSpLocks/>
          </p:cNvCxnSpPr>
          <p:nvPr/>
        </p:nvCxnSpPr>
        <p:spPr>
          <a:xfrm flipV="1">
            <a:off x="18300495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8025756-1B0C-9486-2D07-8E11B6A6A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8" y="2078476"/>
            <a:ext cx="18267531" cy="894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885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86993-310F-C4A2-E552-B777C17B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40C89526-1DD3-C2A1-DA7F-E2F479793695}"/>
              </a:ext>
            </a:extLst>
          </p:cNvPr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9AE2F4B-24B6-0311-EDE4-B081BE1A7FC9}"/>
              </a:ext>
            </a:extLst>
          </p:cNvPr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53B13D-5805-FC5A-F18A-7C05BD8EEC77}"/>
              </a:ext>
            </a:extLst>
          </p:cNvPr>
          <p:cNvSpPr txBox="1"/>
          <p:nvPr/>
        </p:nvSpPr>
        <p:spPr>
          <a:xfrm>
            <a:off x="3042771" y="736955"/>
            <a:ext cx="12202458" cy="134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7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ton"/>
                <a:ea typeface="Anton"/>
                <a:cs typeface="Anton"/>
                <a:sym typeface="Anton"/>
              </a:rPr>
              <a:t>INTERFACE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F46CF7D-A7F8-035B-3430-54467BDEBAF8}"/>
              </a:ext>
            </a:extLst>
          </p:cNvPr>
          <p:cNvSpPr/>
          <p:nvPr/>
        </p:nvSpPr>
        <p:spPr>
          <a:xfrm flipV="1">
            <a:off x="-737429" y="8953486"/>
            <a:ext cx="22887446" cy="1810960"/>
          </a:xfrm>
          <a:custGeom>
            <a:avLst/>
            <a:gdLst/>
            <a:ahLst/>
            <a:cxnLst/>
            <a:rect l="l" t="t" r="r" b="b"/>
            <a:pathLst>
              <a:path w="22887446" h="1810960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6ED5081B-C1A0-D720-A7FF-EE16A23EBDC1}"/>
              </a:ext>
            </a:extLst>
          </p:cNvPr>
          <p:cNvSpPr/>
          <p:nvPr/>
        </p:nvSpPr>
        <p:spPr>
          <a:xfrm>
            <a:off x="17602200" y="8420100"/>
            <a:ext cx="12167957" cy="1216795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1BBCED-018A-0715-76F3-5B0DA194DFC6}"/>
              </a:ext>
            </a:extLst>
          </p:cNvPr>
          <p:cNvCxnSpPr>
            <a:cxnSpLocks/>
            <a:stCxn id="42" idx="2"/>
            <a:endCxn id="42" idx="6"/>
          </p:cNvCxnSpPr>
          <p:nvPr/>
        </p:nvCxnSpPr>
        <p:spPr>
          <a:xfrm>
            <a:off x="17602200" y="145040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4835EAE-0812-CA31-65D9-822622D0309A}"/>
              </a:ext>
            </a:extLst>
          </p:cNvPr>
          <p:cNvCxnSpPr>
            <a:cxnSpLocks/>
            <a:stCxn id="42" idx="4"/>
            <a:endCxn id="42" idx="0"/>
          </p:cNvCxnSpPr>
          <p:nvPr/>
        </p:nvCxnSpPr>
        <p:spPr>
          <a:xfrm flipV="1">
            <a:off x="23686179" y="84201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17D1122-E608-07CB-36C9-6C9A159A742F}"/>
              </a:ext>
            </a:extLst>
          </p:cNvPr>
          <p:cNvCxnSpPr>
            <a:cxnSpLocks/>
          </p:cNvCxnSpPr>
          <p:nvPr/>
        </p:nvCxnSpPr>
        <p:spPr>
          <a:xfrm>
            <a:off x="12216516" y="10764446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0D3BCA5-3BF5-AE1D-BE86-3AF3206337DF}"/>
              </a:ext>
            </a:extLst>
          </p:cNvPr>
          <p:cNvCxnSpPr>
            <a:cxnSpLocks/>
          </p:cNvCxnSpPr>
          <p:nvPr/>
        </p:nvCxnSpPr>
        <p:spPr>
          <a:xfrm flipV="1">
            <a:off x="18300495" y="3392096"/>
            <a:ext cx="0" cy="147446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653E6B3F-F4E9-46D1-0CA2-FB2171FFA0E7}"/>
              </a:ext>
            </a:extLst>
          </p:cNvPr>
          <p:cNvSpPr/>
          <p:nvPr/>
        </p:nvSpPr>
        <p:spPr>
          <a:xfrm>
            <a:off x="-18364200" y="2189866"/>
            <a:ext cx="5334000" cy="24044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Localization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F6F8584-5168-3C95-823F-DE3D158217F4}"/>
              </a:ext>
            </a:extLst>
          </p:cNvPr>
          <p:cNvSpPr/>
          <p:nvPr/>
        </p:nvSpPr>
        <p:spPr>
          <a:xfrm>
            <a:off x="-12655211" y="2078475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OCR Module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353FFAB4-819E-8C23-BF44-AFB29737E237}"/>
              </a:ext>
            </a:extLst>
          </p:cNvPr>
          <p:cNvSpPr/>
          <p:nvPr/>
        </p:nvSpPr>
        <p:spPr>
          <a:xfrm>
            <a:off x="-12839876" y="1624031"/>
            <a:ext cx="5333999" cy="23627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Gate Logic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5473CF-7A85-07FB-8552-AF2737467EA8}"/>
              </a:ext>
            </a:extLst>
          </p:cNvPr>
          <p:cNvCxnSpPr>
            <a:cxnSpLocks/>
          </p:cNvCxnSpPr>
          <p:nvPr/>
        </p:nvCxnSpPr>
        <p:spPr>
          <a:xfrm>
            <a:off x="12216516" y="10846479"/>
            <a:ext cx="12167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9C775F-8219-C2C5-877A-EE724E72832D}"/>
              </a:ext>
            </a:extLst>
          </p:cNvPr>
          <p:cNvCxnSpPr>
            <a:cxnSpLocks/>
          </p:cNvCxnSpPr>
          <p:nvPr/>
        </p:nvCxnSpPr>
        <p:spPr>
          <a:xfrm flipV="1">
            <a:off x="18300495" y="4762500"/>
            <a:ext cx="0" cy="12167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1EF1FC5-5D0C-5F6A-F2C3-DA7CB9CC1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39692"/>
            <a:ext cx="18292428" cy="892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51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4451" y="3168524"/>
            <a:ext cx="15679098" cy="3949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31"/>
              </a:lnSpc>
            </a:pPr>
            <a:r>
              <a:rPr lang="en-US" sz="259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1150240" y="-1285875"/>
            <a:ext cx="9391668" cy="2314575"/>
            <a:chOff x="0" y="0"/>
            <a:chExt cx="2473526" cy="609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73526" cy="609600"/>
            </a:xfrm>
            <a:custGeom>
              <a:avLst/>
              <a:gdLst/>
              <a:ahLst/>
              <a:cxnLst/>
              <a:rect l="l" t="t" r="r" b="b"/>
              <a:pathLst>
                <a:path w="2473526" h="609600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3526" cy="609600"/>
            </a:xfrm>
            <a:custGeom>
              <a:avLst/>
              <a:gdLst/>
              <a:ahLst/>
              <a:cxnLst/>
              <a:rect l="l" t="t" r="r" b="b"/>
              <a:pathLst>
                <a:path w="2473526" h="609600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6748370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768424" y="0"/>
            <a:ext cx="2308055" cy="1624031"/>
          </a:xfrm>
          <a:custGeom>
            <a:avLst/>
            <a:gdLst/>
            <a:ahLst/>
            <a:cxnLst/>
            <a:rect l="l" t="t" r="r" b="b"/>
            <a:pathLst>
              <a:path w="2308055" h="1624031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951606" y="4640492"/>
            <a:ext cx="3387847" cy="1006016"/>
          </a:xfrm>
          <a:custGeom>
            <a:avLst/>
            <a:gdLst/>
            <a:ahLst/>
            <a:cxnLst/>
            <a:rect l="l" t="t" r="r" b="b"/>
            <a:pathLst>
              <a:path w="3387847" h="1006016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2051453" y="4640492"/>
            <a:ext cx="3387847" cy="1006016"/>
          </a:xfrm>
          <a:custGeom>
            <a:avLst/>
            <a:gdLst/>
            <a:ahLst/>
            <a:cxnLst/>
            <a:rect l="l" t="t" r="r" b="b"/>
            <a:pathLst>
              <a:path w="3387847" h="1006016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242944" y="7999527"/>
            <a:ext cx="1802112" cy="268679"/>
          </a:xfrm>
          <a:custGeom>
            <a:avLst/>
            <a:gdLst/>
            <a:ahLst/>
            <a:cxnLst/>
            <a:rect l="l" t="t" r="r" b="b"/>
            <a:pathLst>
              <a:path w="1802112" h="268679">
                <a:moveTo>
                  <a:pt x="0" y="0"/>
                </a:moveTo>
                <a:lnTo>
                  <a:pt x="1802112" y="0"/>
                </a:lnTo>
                <a:lnTo>
                  <a:pt x="1802112" y="268678"/>
                </a:lnTo>
                <a:lnTo>
                  <a:pt x="0" y="268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242944" y="2018795"/>
            <a:ext cx="1802112" cy="268679"/>
          </a:xfrm>
          <a:custGeom>
            <a:avLst/>
            <a:gdLst/>
            <a:ahLst/>
            <a:cxnLst/>
            <a:rect l="l" t="t" r="r" b="b"/>
            <a:pathLst>
              <a:path w="1802112" h="268679">
                <a:moveTo>
                  <a:pt x="0" y="0"/>
                </a:moveTo>
                <a:lnTo>
                  <a:pt x="1802112" y="0"/>
                </a:lnTo>
                <a:lnTo>
                  <a:pt x="1802112" y="268678"/>
                </a:lnTo>
                <a:lnTo>
                  <a:pt x="0" y="2686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flipV="1">
            <a:off x="-737429" y="8758237"/>
            <a:ext cx="25355055" cy="2006208"/>
          </a:xfrm>
          <a:custGeom>
            <a:avLst/>
            <a:gdLst/>
            <a:ahLst/>
            <a:cxnLst/>
            <a:rect l="l" t="t" r="r" b="b"/>
            <a:pathLst>
              <a:path w="25355055" h="2006208">
                <a:moveTo>
                  <a:pt x="0" y="2006208"/>
                </a:moveTo>
                <a:lnTo>
                  <a:pt x="25355055" y="2006208"/>
                </a:lnTo>
                <a:lnTo>
                  <a:pt x="25355055" y="0"/>
                </a:lnTo>
                <a:lnTo>
                  <a:pt x="0" y="0"/>
                </a:lnTo>
                <a:lnTo>
                  <a:pt x="0" y="20062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222</Words>
  <Application>Microsoft Office PowerPoint</Application>
  <PresentationFormat>Custom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Times New Roman</vt:lpstr>
      <vt:lpstr>Calibri</vt:lpstr>
      <vt:lpstr>Anton</vt:lpstr>
      <vt:lpstr>Tahoma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AI and Financial Systems Presentation</dc:title>
  <cp:lastModifiedBy>rashad ramy</cp:lastModifiedBy>
  <cp:revision>3</cp:revision>
  <dcterms:created xsi:type="dcterms:W3CDTF">2006-08-16T00:00:00Z</dcterms:created>
  <dcterms:modified xsi:type="dcterms:W3CDTF">2026-04-30T11:32:40Z</dcterms:modified>
  <dc:identifier>DAHIUcUywNw</dc:identifier>
</cp:coreProperties>
</file>